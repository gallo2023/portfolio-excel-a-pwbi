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7" r:id="rId12"/>
    <p:sldId id="264" r:id="rId13"/>
    <p:sldId id="265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C22C-4C34-43F0-ABDA-884462076E6B}" type="datetimeFigureOut">
              <a:rPr lang="es-ES" smtClean="0"/>
              <a:t>31/03/2026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34AAC-F790-4F25-8782-08466B3CEF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412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C22C-4C34-43F0-ABDA-884462076E6B}" type="datetimeFigureOut">
              <a:rPr lang="es-ES" smtClean="0"/>
              <a:t>31/03/2026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34AAC-F790-4F25-8782-08466B3CEF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6055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C22C-4C34-43F0-ABDA-884462076E6B}" type="datetimeFigureOut">
              <a:rPr lang="es-ES" smtClean="0"/>
              <a:t>31/03/2026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34AAC-F790-4F25-8782-08466B3CEF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3218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C22C-4C34-43F0-ABDA-884462076E6B}" type="datetimeFigureOut">
              <a:rPr lang="es-ES" smtClean="0"/>
              <a:t>31/03/2026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34AAC-F790-4F25-8782-08466B3CEF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1377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C22C-4C34-43F0-ABDA-884462076E6B}" type="datetimeFigureOut">
              <a:rPr lang="es-ES" smtClean="0"/>
              <a:t>31/03/2026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34AAC-F790-4F25-8782-08466B3CEF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3058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C22C-4C34-43F0-ABDA-884462076E6B}" type="datetimeFigureOut">
              <a:rPr lang="es-ES" smtClean="0"/>
              <a:t>31/03/2026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34AAC-F790-4F25-8782-08466B3CEF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4939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C22C-4C34-43F0-ABDA-884462076E6B}" type="datetimeFigureOut">
              <a:rPr lang="es-ES" smtClean="0"/>
              <a:t>31/03/2026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34AAC-F790-4F25-8782-08466B3CEF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969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C22C-4C34-43F0-ABDA-884462076E6B}" type="datetimeFigureOut">
              <a:rPr lang="es-ES" smtClean="0"/>
              <a:t>31/03/2026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34AAC-F790-4F25-8782-08466B3CEF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146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C22C-4C34-43F0-ABDA-884462076E6B}" type="datetimeFigureOut">
              <a:rPr lang="es-ES" smtClean="0"/>
              <a:t>31/03/2026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34AAC-F790-4F25-8782-08466B3CEF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045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C22C-4C34-43F0-ABDA-884462076E6B}" type="datetimeFigureOut">
              <a:rPr lang="es-ES" smtClean="0"/>
              <a:t>31/03/2026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34AAC-F790-4F25-8782-08466B3CEF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2606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C22C-4C34-43F0-ABDA-884462076E6B}" type="datetimeFigureOut">
              <a:rPr lang="es-ES" smtClean="0"/>
              <a:t>31/03/2026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34AAC-F790-4F25-8782-08466B3CEF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0527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C22C-4C34-43F0-ABDA-884462076E6B}" type="datetimeFigureOut">
              <a:rPr lang="es-ES" smtClean="0"/>
              <a:t>31/03/2026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34AAC-F790-4F25-8782-08466B3CEF18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5330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C22C-4C34-43F0-ABDA-884462076E6B}" type="datetimeFigureOut">
              <a:rPr lang="es-ES" smtClean="0"/>
              <a:t>31/03/2026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34AAC-F790-4F25-8782-08466B3CEF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3036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C22C-4C34-43F0-ABDA-884462076E6B}" type="datetimeFigureOut">
              <a:rPr lang="es-ES" smtClean="0"/>
              <a:t>31/03/2026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34AAC-F790-4F25-8782-08466B3CEF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4342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C22C-4C34-43F0-ABDA-884462076E6B}" type="datetimeFigureOut">
              <a:rPr lang="es-ES" smtClean="0"/>
              <a:t>31/03/2026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34AAC-F790-4F25-8782-08466B3CEF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24039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C22C-4C34-43F0-ABDA-884462076E6B}" type="datetimeFigureOut">
              <a:rPr lang="es-ES" smtClean="0"/>
              <a:t>31/03/2026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34AAC-F790-4F25-8782-08466B3CEF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942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C22C-4C34-43F0-ABDA-884462076E6B}" type="datetimeFigureOut">
              <a:rPr lang="es-ES" smtClean="0"/>
              <a:t>31/03/2026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34AAC-F790-4F25-8782-08466B3CEF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887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6C22C-4C34-43F0-ABDA-884462076E6B}" type="datetimeFigureOut">
              <a:rPr lang="es-ES" smtClean="0"/>
              <a:t>31/03/2026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34AAC-F790-4F25-8782-08466B3CEF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21923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0F155-C3BA-C3ED-5BD2-AB3CBB027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702365"/>
          </a:xfrm>
        </p:spPr>
        <p:txBody>
          <a:bodyPr/>
          <a:lstStyle/>
          <a:p>
            <a:r>
              <a:rPr lang="es-ES" dirty="0"/>
              <a:t>Gabriel Gallardo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AC797C-6B58-14E8-60E4-D98052209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2" y="1459959"/>
            <a:ext cx="6288157" cy="314406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s-ES" dirty="0">
                <a:solidFill>
                  <a:srgbClr val="FFC000"/>
                </a:solidFill>
              </a:rPr>
              <a:t>SOBRE MI / EXPERIENCIA: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dirty="0"/>
              <a:t>Analista de Sistemas (datos).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dirty="0"/>
              <a:t>Conocimiento programación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dirty="0" err="1"/>
              <a:t>Analisis</a:t>
            </a:r>
            <a:r>
              <a:rPr lang="es-ES" dirty="0"/>
              <a:t> de datos Excel (+ 6 años)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dirty="0" err="1"/>
              <a:t>Tecnicas</a:t>
            </a:r>
            <a:r>
              <a:rPr lang="es-ES" dirty="0"/>
              <a:t> </a:t>
            </a:r>
            <a:r>
              <a:rPr lang="es-ES" dirty="0" err="1"/>
              <a:t>ETLs</a:t>
            </a:r>
            <a:endParaRPr lang="es-ES" dirty="0"/>
          </a:p>
          <a:p>
            <a:pPr marL="0" indent="0">
              <a:lnSpc>
                <a:spcPct val="100000"/>
              </a:lnSpc>
              <a:buNone/>
            </a:pPr>
            <a:r>
              <a:rPr lang="es-ES" dirty="0"/>
              <a:t>Reporting </a:t>
            </a:r>
            <a:r>
              <a:rPr lang="es-ES" dirty="0" err="1"/>
              <a:t>Power</a:t>
            </a:r>
            <a:r>
              <a:rPr lang="es-ES" dirty="0"/>
              <a:t> BI (+1 año)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dirty="0"/>
              <a:t>Armado de Reportes y Dashboard Excel/</a:t>
            </a:r>
            <a:r>
              <a:rPr lang="es-ES" dirty="0" err="1"/>
              <a:t>Power</a:t>
            </a:r>
            <a:r>
              <a:rPr lang="es-ES" dirty="0"/>
              <a:t> BI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67765CA-70DA-C61C-E1E1-D1A9F27F37BF}"/>
              </a:ext>
            </a:extLst>
          </p:cNvPr>
          <p:cNvSpPr txBox="1">
            <a:spLocks/>
          </p:cNvSpPr>
          <p:nvPr/>
        </p:nvSpPr>
        <p:spPr>
          <a:xfrm>
            <a:off x="6758609" y="1459959"/>
            <a:ext cx="5208709" cy="2118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dirty="0">
                <a:solidFill>
                  <a:srgbClr val="FFFF00"/>
                </a:solidFill>
              </a:rPr>
              <a:t>CONOCIMIENTOS: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 smtClean="0"/>
              <a:t>DIPLOMATURA: MODELADO – ETL – DAX – VISUALIZACIONES (</a:t>
            </a:r>
            <a:r>
              <a:rPr lang="es-ES" dirty="0" err="1" smtClean="0"/>
              <a:t>MundosE</a:t>
            </a:r>
            <a:r>
              <a:rPr lang="es-ES" dirty="0" smtClean="0"/>
              <a:t>)</a:t>
            </a:r>
          </a:p>
          <a:p>
            <a:pPr marL="0" indent="0">
              <a:buNone/>
            </a:pPr>
            <a:r>
              <a:rPr lang="es-ES" dirty="0"/>
              <a:t>FUNDAMENTOS POWER BI (UTN CHUBUT)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048E45B-DF19-927B-F7C1-134EFB06310D}"/>
              </a:ext>
            </a:extLst>
          </p:cNvPr>
          <p:cNvSpPr txBox="1">
            <a:spLocks/>
          </p:cNvSpPr>
          <p:nvPr/>
        </p:nvSpPr>
        <p:spPr>
          <a:xfrm>
            <a:off x="1258352" y="4566491"/>
            <a:ext cx="9634935" cy="2118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CONOCIMIENTOS EN DESARROLLO: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Gestión Información Python: (Pandas, </a:t>
            </a:r>
            <a:r>
              <a:rPr lang="es-ES" dirty="0" err="1"/>
              <a:t>Numpy</a:t>
            </a:r>
            <a:r>
              <a:rPr lang="es-ES" dirty="0"/>
              <a:t>, </a:t>
            </a:r>
            <a:r>
              <a:rPr lang="es-ES" dirty="0" err="1"/>
              <a:t>Matplolib</a:t>
            </a:r>
            <a:r>
              <a:rPr lang="es-ES" dirty="0"/>
              <a:t>, </a:t>
            </a:r>
            <a:r>
              <a:rPr lang="es-ES" dirty="0" err="1"/>
              <a:t>etc</a:t>
            </a:r>
            <a:r>
              <a:rPr lang="es-ES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 err="1"/>
              <a:t>Tableau</a:t>
            </a:r>
            <a:r>
              <a:rPr lang="es-ES" dirty="0"/>
              <a:t>: Carga, preparación, Reportes Iniciales.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 err="1"/>
              <a:t>Sql</a:t>
            </a:r>
            <a:r>
              <a:rPr lang="es-ES" dirty="0"/>
              <a:t>: Consultas Fundamentales, Extracción Datos, </a:t>
            </a:r>
            <a:r>
              <a:rPr lang="es-ES" dirty="0" err="1"/>
              <a:t>MySql</a:t>
            </a:r>
            <a:r>
              <a:rPr lang="es-ES" dirty="0"/>
              <a:t>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774" y="240896"/>
            <a:ext cx="1106544" cy="73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91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82A9F7-CA5D-2FE6-9FBC-D62D40D1B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041400"/>
            <a:ext cx="9001462" cy="1953591"/>
          </a:xfrm>
        </p:spPr>
        <p:txBody>
          <a:bodyPr/>
          <a:lstStyle/>
          <a:p>
            <a:r>
              <a:rPr lang="es-ES" dirty="0"/>
              <a:t>Dashboard &amp; Reporting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2E1E8C-A74D-1E34-3A77-DADDA390D6F9}"/>
              </a:ext>
            </a:extLst>
          </p:cNvPr>
          <p:cNvSpPr txBox="1"/>
          <p:nvPr/>
        </p:nvSpPr>
        <p:spPr>
          <a:xfrm>
            <a:off x="9369287" y="5950226"/>
            <a:ext cx="1993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Gabriel Gallardo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686265-CF31-B7B1-39EC-82F10AD8292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286" y="2994991"/>
            <a:ext cx="2050774" cy="205077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7DAB7D9-A190-E712-D98D-F4CE55CF6E0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396" y="3591339"/>
            <a:ext cx="1347198" cy="113844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98CB717-5505-8D7E-3184-7D4FE21B8BB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724" y="3591339"/>
            <a:ext cx="2649472" cy="113844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D7263F6-227D-EDE9-625C-7A0F0271B6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37113"/>
            <a:ext cx="3181350" cy="89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76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AB24B-9FA8-1C66-23A5-84FA049B8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Excel Reporting</a:t>
            </a:r>
            <a:br>
              <a:rPr lang="es-ES" dirty="0"/>
            </a:br>
            <a:r>
              <a:rPr lang="es-ES" sz="2000" dirty="0"/>
              <a:t>(análisis desempeño)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92D3EB5-0160-7485-C634-07915DCFFD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4973" y="1935921"/>
            <a:ext cx="9342783" cy="4494807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A182F74-8898-9B73-8AB1-4F99C268EED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6835" y="609600"/>
            <a:ext cx="938155" cy="79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627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8FC91-3F2D-C420-7A80-8D7912D6F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Excel Reporting</a:t>
            </a:r>
            <a:br>
              <a:rPr lang="es-ES" dirty="0"/>
            </a:br>
            <a:r>
              <a:rPr lang="es-ES" sz="2000" dirty="0"/>
              <a:t>(análisis performance ecommerce Tasa)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3215009-E51A-0D96-D221-77547CC4EA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9687" y="2095500"/>
            <a:ext cx="9939130" cy="4278796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AA45265-E8BF-F46B-44AA-A26C42076A5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0662" y="715618"/>
            <a:ext cx="938155" cy="79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44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02204-9F4E-9720-06D8-17605AFAC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Excel Reporting</a:t>
            </a:r>
            <a:br>
              <a:rPr lang="es-ES" dirty="0"/>
            </a:br>
            <a:r>
              <a:rPr lang="es-ES" sz="2000" dirty="0"/>
              <a:t>(Reporte desempeño campaña comercial visa)</a:t>
            </a:r>
            <a:endParaRPr lang="es-ES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23C87CE5-4C3E-9AA0-31F4-5C0AC3172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2095500"/>
            <a:ext cx="10353761" cy="4278796"/>
          </a:xfr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18515EA-642F-F80D-A8B1-D968E24FAE5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050" y="876367"/>
            <a:ext cx="938155" cy="79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331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17E6E1-B421-24DD-F10C-BC54C496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152939"/>
          </a:xfrm>
        </p:spPr>
        <p:txBody>
          <a:bodyPr/>
          <a:lstStyle/>
          <a:p>
            <a:r>
              <a:rPr lang="es-ES" dirty="0"/>
              <a:t>Reporting Excel</a:t>
            </a:r>
            <a:br>
              <a:rPr lang="es-ES" dirty="0"/>
            </a:br>
            <a:r>
              <a:rPr lang="es-ES" sz="2000" dirty="0"/>
              <a:t>(análisis encuesta clientes)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5BEA2B8-82A5-24C2-1DA0-38DE3F60BE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9687" y="1762539"/>
            <a:ext cx="10127869" cy="4485861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A754ABD-7B60-F78A-9706-D818EA68271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050" y="609600"/>
            <a:ext cx="938155" cy="79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826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FE95A-6555-9E86-4543-170E26E33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166191"/>
          </a:xfrm>
        </p:spPr>
        <p:txBody>
          <a:bodyPr/>
          <a:lstStyle/>
          <a:p>
            <a:r>
              <a:rPr lang="es-ES" dirty="0"/>
              <a:t>Reporting Excel</a:t>
            </a:r>
            <a:br>
              <a:rPr lang="es-ES" dirty="0"/>
            </a:br>
            <a:r>
              <a:rPr lang="es-ES" sz="2000" dirty="0"/>
              <a:t>(informe problemas de sistema gestión)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C1BAB25-708C-94C1-F577-D33AA8387C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6922" y="1775791"/>
            <a:ext cx="9925878" cy="4472609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CE2BADD-2CE0-E2A2-4ECB-182FEC28068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426" y="609600"/>
            <a:ext cx="938155" cy="79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040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BE573-2228-A649-BB38-2315D6B64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020417"/>
          </a:xfrm>
        </p:spPr>
        <p:txBody>
          <a:bodyPr/>
          <a:lstStyle/>
          <a:p>
            <a:r>
              <a:rPr lang="es-ES" dirty="0" err="1"/>
              <a:t>Power</a:t>
            </a:r>
            <a:r>
              <a:rPr lang="es-ES" dirty="0"/>
              <a:t> </a:t>
            </a:r>
            <a:r>
              <a:rPr lang="es-ES" dirty="0" err="1"/>
              <a:t>bi</a:t>
            </a:r>
            <a:r>
              <a:rPr lang="es-ES" dirty="0"/>
              <a:t/>
            </a:r>
            <a:br>
              <a:rPr lang="es-ES" dirty="0"/>
            </a:br>
            <a:r>
              <a:rPr lang="es-ES" sz="2000" dirty="0"/>
              <a:t>(Dashboard seguimiento </a:t>
            </a:r>
            <a:r>
              <a:rPr lang="es-ES" sz="2000" dirty="0" err="1"/>
              <a:t>Metricas</a:t>
            </a:r>
            <a:r>
              <a:rPr lang="es-ES" sz="2000" dirty="0"/>
              <a:t>)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98CE889-EF17-AF9F-AE2D-B40F99004A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8956" y="1630017"/>
            <a:ext cx="9674087" cy="4618383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A9EDFE6-1134-12B8-8472-CA06E73A2C6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733" y="583096"/>
            <a:ext cx="1647310" cy="70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446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A3D12-9718-90C1-2009-FF3178B34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166191"/>
          </a:xfrm>
        </p:spPr>
        <p:txBody>
          <a:bodyPr/>
          <a:lstStyle/>
          <a:p>
            <a:r>
              <a:rPr lang="es-ES" dirty="0"/>
              <a:t>POWER BI</a:t>
            </a:r>
            <a:br>
              <a:rPr lang="es-ES" dirty="0"/>
            </a:br>
            <a:r>
              <a:rPr lang="es-ES" sz="2000" dirty="0"/>
              <a:t>(DASHBOARD CUMPLIMIENTO EMPLEADOS)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874CAC2-481C-4790-0024-1BC486DF28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0174" y="1775791"/>
            <a:ext cx="10207382" cy="4472609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8C0B74E-3978-56CE-2A04-69BC18BCB11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895" y="609600"/>
            <a:ext cx="1647310" cy="70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744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737FC-3BD7-1EA6-EE0A-1F5EA2797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1046922"/>
          </a:xfrm>
        </p:spPr>
        <p:txBody>
          <a:bodyPr/>
          <a:lstStyle/>
          <a:p>
            <a:r>
              <a:rPr lang="es-ES" dirty="0"/>
              <a:t>POWER BI</a:t>
            </a:r>
            <a:br>
              <a:rPr lang="es-ES" dirty="0"/>
            </a:br>
            <a:r>
              <a:rPr lang="es-ES" sz="2000" dirty="0"/>
              <a:t>(DISEÑO PROPIO: ANALISIS FINANZAS)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C40EF43-7A5A-66DE-C1D3-0DAED8E43E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8470" y="1656523"/>
            <a:ext cx="9753600" cy="4819779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F57E19E-0FE0-BC1B-AB5B-AAC0BEEDB81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760" y="609601"/>
            <a:ext cx="1647310" cy="70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153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1DAD2-5470-44D2-2FAB-18BF75B3A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940904"/>
          </a:xfrm>
        </p:spPr>
        <p:txBody>
          <a:bodyPr/>
          <a:lstStyle/>
          <a:p>
            <a:r>
              <a:rPr lang="es-ES" dirty="0"/>
              <a:t>POWER BI</a:t>
            </a:r>
            <a:br>
              <a:rPr lang="es-ES" dirty="0"/>
            </a:br>
            <a:r>
              <a:rPr lang="es-ES" sz="2000" dirty="0"/>
              <a:t>(DISEÑO PROPIO: Practica análisis ventas/costo)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F0C5ACF-F1F8-A3A3-DD50-78DB5491B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6435" y="1656523"/>
            <a:ext cx="9912626" cy="4837042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117B2F2-3C7B-DFC1-C8F4-8B6B30800BB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559" y="202678"/>
            <a:ext cx="1647310" cy="70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68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3F9E1C-C6CA-D939-1CE7-65F38688A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954157"/>
          </a:xfrm>
        </p:spPr>
        <p:txBody>
          <a:bodyPr/>
          <a:lstStyle/>
          <a:p>
            <a:r>
              <a:rPr lang="es-ES" dirty="0"/>
              <a:t>POWER BI</a:t>
            </a:r>
            <a:br>
              <a:rPr lang="es-ES" dirty="0"/>
            </a:br>
            <a:r>
              <a:rPr lang="es-ES" sz="2000" dirty="0"/>
              <a:t>(DISEÑO NO PROPIO: Análisis ventas)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A379F15-B4A7-22A8-4537-6B3F934BD3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1878" y="1563757"/>
            <a:ext cx="10353760" cy="5009321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8435B97-5E57-1F3D-3CBF-67EDC78EC6A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246" y="378849"/>
            <a:ext cx="1647310" cy="70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321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91BDC7-CF6C-99E4-B7BF-7BBD434AD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967409"/>
          </a:xfrm>
        </p:spPr>
        <p:txBody>
          <a:bodyPr/>
          <a:lstStyle/>
          <a:p>
            <a:r>
              <a:rPr lang="es-ES" dirty="0" err="1"/>
              <a:t>Power</a:t>
            </a:r>
            <a:r>
              <a:rPr lang="es-ES" dirty="0"/>
              <a:t> </a:t>
            </a:r>
            <a:r>
              <a:rPr lang="es-ES" dirty="0" err="1"/>
              <a:t>bi</a:t>
            </a:r>
            <a:r>
              <a:rPr lang="es-ES" dirty="0"/>
              <a:t/>
            </a:r>
            <a:br>
              <a:rPr lang="es-ES" dirty="0"/>
            </a:br>
            <a:r>
              <a:rPr lang="es-ES" sz="2000" dirty="0"/>
              <a:t>(practica diseño Dashboard no propio)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8F433F3-CD86-75E6-CDE9-59952BAB80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591" y="1577009"/>
            <a:ext cx="10906539" cy="5102087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DDB9C64-06BA-9447-11F5-2F78993D076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033" y="490331"/>
            <a:ext cx="1647310" cy="70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14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EF560-7B12-8178-6FBC-347F1BBAF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914400"/>
          </a:xfrm>
        </p:spPr>
        <p:txBody>
          <a:bodyPr/>
          <a:lstStyle/>
          <a:p>
            <a:r>
              <a:rPr lang="es-ES" dirty="0" err="1"/>
              <a:t>Tableau</a:t>
            </a:r>
            <a:r>
              <a:rPr lang="es-ES" dirty="0"/>
              <a:t/>
            </a:r>
            <a:br>
              <a:rPr lang="es-ES" dirty="0"/>
            </a:br>
            <a:r>
              <a:rPr lang="es-ES" sz="2000" dirty="0"/>
              <a:t>(iniciando: Dashboard básico)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5783E5B-DFC3-54E6-2A36-D93B06AACB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348" y="1524001"/>
            <a:ext cx="9475304" cy="4724399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2181AA7-6C75-F772-1C8E-9CA5D4655C1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725" y="4207564"/>
            <a:ext cx="1537253" cy="104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353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AF407C-BF27-676B-40C1-444DD7295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1086678"/>
          </a:xfrm>
        </p:spPr>
        <p:txBody>
          <a:bodyPr/>
          <a:lstStyle/>
          <a:p>
            <a:r>
              <a:rPr lang="es-ES" dirty="0"/>
              <a:t>Python</a:t>
            </a:r>
            <a:br>
              <a:rPr lang="es-ES" dirty="0"/>
            </a:br>
            <a:r>
              <a:rPr lang="es-ES" sz="2000" dirty="0"/>
              <a:t>(Practica: extracción transformación y carga de datos)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5E81CB9-B905-0A19-20F6-A2B53F2430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8383" y="1696279"/>
            <a:ext cx="10353761" cy="4731025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C396247-0688-0F37-7C0E-871000521D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850" y="278918"/>
            <a:ext cx="2341294" cy="66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338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71D8BD-EEEE-2DF7-97ED-A41C926EA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861391"/>
          </a:xfrm>
        </p:spPr>
        <p:txBody>
          <a:bodyPr/>
          <a:lstStyle/>
          <a:p>
            <a:r>
              <a:rPr lang="es-ES" dirty="0"/>
              <a:t>PRACTICAS INICIALES MYSQL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434F1C8-907E-E823-8BF2-BDD758694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1470991"/>
            <a:ext cx="10721614" cy="4996069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B10D73A-FDBD-99B5-D0B1-88B29464C16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195" y="3617843"/>
            <a:ext cx="1492526" cy="111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616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157</TotalTime>
  <Words>128</Words>
  <Application>Microsoft Office PowerPoint</Application>
  <PresentationFormat>Panorámica</PresentationFormat>
  <Paragraphs>31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Bookman Old Style</vt:lpstr>
      <vt:lpstr>Rockwell</vt:lpstr>
      <vt:lpstr>Damask</vt:lpstr>
      <vt:lpstr>Gabriel Gallardo</vt:lpstr>
      <vt:lpstr>Dashboard &amp; Reporting</vt:lpstr>
      <vt:lpstr>Excel Reporting (análisis desempeño)</vt:lpstr>
      <vt:lpstr>Excel Reporting (análisis performance ecommerce Tasa)</vt:lpstr>
      <vt:lpstr>Excel Reporting (Reporte desempeño campaña comercial visa)</vt:lpstr>
      <vt:lpstr>Reporting Excel (análisis encuesta clientes)</vt:lpstr>
      <vt:lpstr>Reporting Excel (informe problemas de sistema gestión)</vt:lpstr>
      <vt:lpstr>Power bi (Dashboard seguimiento Metricas)</vt:lpstr>
      <vt:lpstr>POWER BI (DASHBOARD CUMPLIMIENTO EMPLEADOS)</vt:lpstr>
      <vt:lpstr>POWER BI (DISEÑO PROPIO: ANALISIS FINANZAS)</vt:lpstr>
      <vt:lpstr>POWER BI (DISEÑO PROPIO: Practica análisis ventas/costo)</vt:lpstr>
      <vt:lpstr>POWER BI (DISEÑO NO PROPIO: Análisis ventas)</vt:lpstr>
      <vt:lpstr>Power bi (practica diseño Dashboard no propio)</vt:lpstr>
      <vt:lpstr>Tableau (iniciando: Dashboard básico)</vt:lpstr>
      <vt:lpstr>Python (Practica: extracción transformación y carga de datos)</vt:lpstr>
      <vt:lpstr>PRACTICAS INICIALES MYSQL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&amp; Reporting</dc:title>
  <dc:creator>Gabriel</dc:creator>
  <cp:lastModifiedBy>Usuario de Windows</cp:lastModifiedBy>
  <cp:revision>12</cp:revision>
  <dcterms:created xsi:type="dcterms:W3CDTF">2024-10-18T12:44:57Z</dcterms:created>
  <dcterms:modified xsi:type="dcterms:W3CDTF">2026-03-31T03:02:36Z</dcterms:modified>
</cp:coreProperties>
</file>